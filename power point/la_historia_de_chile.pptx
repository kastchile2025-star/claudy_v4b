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515600" cy="137160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Historia de Chile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515600" cy="73152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Desde los pueblos originarios hasta la República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Pueblos Originarios y Conquista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Territorio habitado por mapuches, aimaras, rapanui y otros pueblos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Diego de Almagro lidera la primera expedición española en 1536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Pedro de Valdivia funda Santiago el 12 de febrero de 1541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Guerra de Arauco: resistencia mapuche por más de 300 años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La Colonia (1541-1810)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Chile se organiza como Capitanía General del Virreinato del Perú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Sociedad jerárquica con españoles, criollos, mestizos e indígenas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Economía basada en haciendas agrícolas y minería del oro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La Iglesia Católica y las órdenes religiosas dominan la educación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Independencia de Chile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Primera Junta Nacional de Gobierno se forma el 18 de septiembre de 1810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Bernardo O'Higgins lidera el ejército patriota contra los realistas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Batalla de Chacabuco en 1817: victoria decisiva del Ejército de los Andes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Chile proclama su independencia formal el 12 de febrero de 1818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República Conservadora y Liberal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Constitución de 1833 establece un régimen presidencialista fuerte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Diego Portales sienta las bases del orden institucional chileno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Guerra del Pacífico (1879-1883): Chile vence a Perú y Bolivia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Anexión de Antofagasta y Tarapacá con riqueza salitrera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Siglo XX: Transformación Social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Cuestión social: obreros exigen derechos laborales y protección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Constitución de 1925 establece la separación Iglesia-Estado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Salvador Allende, primer marxista elegido presidente por voto popular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Nacionalización del cobre en 1971, principal recurso económico chileno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Dictadura Militar (1973-1990)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Golpe de Estado del 11 de septiembre de 1973 derroca a Allende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Augusto Pinochet lidera una dictadura de 17 años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Reformas neoliberales radicales transforman la economía chilena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Violaciones a los derechos humanos: miles de detenidos desaparecidos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Retorno a la Democracia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Plebiscito de 1988: el No triunfa con el 56% de los votos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Patricio Aylwin asume en 1990 e inicia la transición democrática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Concertación de Partidos por la Democracia gobierna por 20 años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Chile firma tratados de libre comercio con más de 60 países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F4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3200" b="1">
                <a:solidFill>
                  <a:srgbClr val="1F4E78"/>
                </a:solidFill>
                <a:latin typeface="Calibri"/>
              </a:rPr>
              <a:t>Chile Actual y su Futuro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Estallido social de octubre de 2019 moviliza a millones de chilenos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Proceso constituyente busca reemplazar la Constitución de 1980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Gabriel Boric asume la presidencia en 2022 a los 36 años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A1A1A"/>
                </a:solidFill>
                <a:latin typeface="Calibri"/>
              </a:rPr>
              <a:t>•  Líder mundial en producción de cobre, litio y energías renovables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 lIns="25400" rIns="25400">
            <a:spAutoFit/>
          </a:bodyPr>
          <a:lstStyle/>
          <a:p>
            <a:pPr algn="l"/>
            <a:r>
              <a:rPr sz="1000" b="0">
                <a:solidFill>
                  <a:srgbClr val="808080"/>
                </a:solidFill>
                <a:latin typeface="Calibri"/>
              </a:rPr>
              <a:t>Historia de Chile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