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atacama_desert_saltpeter_mines_19th_c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1371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La Guerra del Pacifico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Chile, Peru y Bolivia: el conflicto que redefinio las fronteras sudamericanas (1879-1884)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09728" cy="6629400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6B4A2E"/>
                </a:solidFill>
                <a:latin typeface="Calibri"/>
              </a:rPr>
              <a:t>Contexto y Causas del Conflicto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Disputa territorial en el desierto de Atacama rico en salitre y guano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Bolivia impone impuesto de 10 centavos a la compania chilena de Antofagasta en 1878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Tratado secreto de alianza defensiva entre Peru y Bolivia de 1873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Chile ocupo militarmente Antofagasta el 14 de febrero de 1879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Bolivia declara la guerra a Chile el 1 de marzo de 1879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La Guerra del Pacifico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09728" cy="6629400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6B4A2E"/>
                </a:solidFill>
                <a:latin typeface="Calibri"/>
              </a:rPr>
              <a:t>Causas Profundas y Economicas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Control de las reservas de salitre y guano, fertilizantes naturales clave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Fronteras imprecisas heredadas de la epoca colonial espanola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Intereses britanicos invertidos en la industria salitrera chilena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Crisis economica mundial de 1873 aumentaba la presion por recursos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La Guerra del Pacifico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09728" cy="6629400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6B4A2E"/>
                </a:solidFill>
                <a:latin typeface="Calibri"/>
              </a:rPr>
              <a:t>Campana Naval: Combate de Iquique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21 de mayo de 1879: combate naval en la rada de Iquique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El monitor peruano Huascar al mando de Miguel Grau hunde la Esmeralda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Arturo Prat muere heroicamente al abordar el buque peruano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La Covadonga hace encallar a la Independencia en Punta Gruesa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Prat se convierte en heroe nacional y simbolo patriotico chileno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La Guerra del Pacifico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09728" cy="6629400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6B4A2E"/>
                </a:solidFill>
                <a:latin typeface="Calibri"/>
              </a:rPr>
              <a:t>Campana Naval: Captura del Huascar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8 de octubre de 1879: combate naval de Angamos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La escuadra chilena embosca y captura al monitor Huascar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Miguel Grau muere en combate y se convierte en heroe peruano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Chile obtiene el dominio absoluto del mar para el resto de la guerra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La Guerra del Pacifico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09728" cy="6629400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6B4A2E"/>
                </a:solidFill>
                <a:latin typeface="Calibri"/>
              </a:rPr>
              <a:t>Campanas Terrestres: Tarapaca, Tacna y Arica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Noviembre 1879: desembarco y toma de Pisagua por tropas chilenas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Batalla de Tarapaca con triunfo peruano pero retirada estrategica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Mayo 1880: batalla del Alto de la Alianza en Tacna, victoria chilena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Junio 1880: asalto y toma del Morro de Arica, Bolivia se retira del conflicto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Mas de 5,000 soldados aliados muertos en la campana terrestre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La Guerra del Pacifico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09728" cy="6629400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6B4A2E"/>
                </a:solidFill>
                <a:latin typeface="Calibri"/>
              </a:rPr>
              <a:t>Campana de Lima: Ocupacion de la Capital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Enero 1881: ejercito chileno de 25,000 hombres avanza sobre Lima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Batallas de Chorrillos y Miraflores rompen la defensa peruana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Lima es ocupada por fuerzas chilenas durante mas de dos anos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Gobierno peruano se traslada a la sierra y continua resistencia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La Guerra del Pacifico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09728" cy="6629400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6B4A2E"/>
                </a:solidFill>
                <a:latin typeface="Calibri"/>
              </a:rPr>
              <a:t>Campana de la Sierra y Fin de la Guerra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Andres Avelino Caceres lidera la resistencia peruana en los Andes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Batalla de Huamachuco en julio de 1883, derrota final peruana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Tratado de Ancon: Peru cede Tarapaca a perpetuidad a Chile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Tratado de 1904: Bolivia cede todo su litoral y queda sin costa maritima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Chile se consolida como potencia militar y economica del Pacifico sur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La Guerra del Pacifico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09728" cy="6629400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3000" b="1">
                <a:solidFill>
                  <a:srgbClr val="6B4A2E"/>
                </a:solidFill>
                <a:latin typeface="Calibri"/>
              </a:rPr>
              <a:t>Consecuencias y Legado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A06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Chile triplica su territorio y controla las reservas mundiales de salitre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Bolivia pierde 400 km de costa y 120,000 km cuadrados de territorio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Peru pierde Tarapaca y queda economicamente devastado tras la guerra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La riqueza del salitre impulsa la modernizacion chilena hasta la Primera Guerra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1F12"/>
                </a:solidFill>
                <a:latin typeface="Calibri"/>
              </a:rPr>
              <a:t>•  La mediterraneidad boliviana sigue siendo un tema geopolitico vigente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La Guerra del Pacifico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